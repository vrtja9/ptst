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The data-generating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P_t,Y = N(m_t, sigma^2), m_t = -0.5 + 0.25t; sigma=1</a:t>
            </a:r>
          </a:p>
          <a:p>
            <a:pPr>
              <a:defRPr sz="1500"/>
            </a:pPr>
            <a:r>
              <a:t>- Survey selection: pi_t(y) = c_t * Phi(beta*y), c_t = 0.9 - 0.06t, beta=1.5</a:t>
            </a:r>
          </a:p>
          <a:p>
            <a:pPr>
              <a:defRPr sz="1500"/>
            </a:pPr>
            <a:r>
              <a:t>- S_t = Y | R=1; m=6 (P_t years), M=9 (S_t years), n=2000 per (t,z) cell</a:t>
            </a:r>
          </a:p>
          <a:p>
            <a:pPr>
              <a:defRPr sz="1500"/>
            </a:pPr>
            <a:r>
              <a:t>- Survey bias E_St[Y] minus mu(t) shrinks from about 0.78 (t=1) to about 0.12 (t=9) by design</a:t>
            </a:r>
          </a:p>
        </p:txBody>
      </p:sp>
      <p:pic>
        <p:nvPicPr>
          <p:cNvPr id="4" name="Picture 3" descr="phase1a_densities_4b6ab9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943600" cy="21918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Optimization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Pooled convex loss: L = mean[(1-z)*exp(r) - z*r], r = theta(y) + alpha(t)</a:t>
            </a:r>
          </a:p>
          <a:p>
            <a:pPr>
              <a:defRPr sz="1500"/>
            </a:pPr>
            <a:r>
              <a:t>- theta = MLP(1-&gt;32-&gt;1, ReLU, bounded head B=20); alpha in R^6, alpha(6) anchored to 0</a:t>
            </a:r>
          </a:p>
          <a:p>
            <a:pPr>
              <a:defRPr sz="1500"/>
            </a:pPr>
            <a:r>
              <a:t>- Adam, lr=1e-3, wd=1e-5 (theta only), batch 256, 400 epochs, best-val-loss checkpoint</a:t>
            </a:r>
          </a:p>
          <a:p>
            <a:pPr>
              <a:defRPr sz="1500"/>
            </a:pPr>
            <a:r>
              <a:t>- CP3: first run (lr=3e-3, unbounded) was spiky and theta~ blew up in the tail; fixed by lowering lr and adding the bounded head</a:t>
            </a:r>
          </a:p>
          <a:p>
            <a:pPr>
              <a:defRPr sz="1500"/>
            </a:pPr>
            <a:r>
              <a:t>- Every mu~ is gated on FOC~=1 (per year) and a theta~ vs theta* plot before being trusted</a:t>
            </a:r>
          </a:p>
        </p:txBody>
      </p:sp>
      <p:pic>
        <p:nvPicPr>
          <p:cNvPr id="4" name="Picture 3" descr="phase3_val_curve_8e4fef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943600" cy="44667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Comparison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- mu~(t) tracks mu(t) closer than the survey mean or the offset baseline at every t</a:t>
            </a:r>
          </a:p>
          <a:p>
            <a:pPr>
              <a:defRPr sz="1500"/>
            </a:pPr>
            <a:r>
              <a:t>- Learning 1: mu~ beats both baselines in- and out-of-sample (t=9: 1.752 vs true 1.75, survey mean 1.858, offset 1.601)</a:t>
            </a:r>
          </a:p>
          <a:p>
            <a:pPr>
              <a:defRPr sz="1500"/>
            </a:pPr>
            <a:r>
              <a:t>- Learning 2: an unbounded theta net can blow up in sparse tails (theta~ hit about 380 at y=-6 pre-fix); a bounded head fixed both training stability and stress-test robustness</a:t>
            </a:r>
          </a:p>
          <a:p>
            <a:pPr>
              <a:defRPr sz="1500"/>
            </a:pPr>
            <a:r>
              <a:t>- Learning 3: breaking Assumption 1 still biases mu~, but NOT in the direction the math's own qualitative prediction suggested -- reported as observed, not smoothed over</a:t>
            </a:r>
          </a:p>
        </p:txBody>
      </p:sp>
      <p:pic>
        <p:nvPicPr>
          <p:cNvPr id="4" name="Picture 3" descr="phase4_main_figure_8e4fef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05840"/>
            <a:ext cx="5943600" cy="39796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